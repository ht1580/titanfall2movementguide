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4630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Titanfall 2 Movement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4155"/>
                </a:solidFill>
              </a:defRPr>
            </a:pPr>
            <a:r>
              <a:t>A static website project for learning, practicing, and managing movement techniques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3822191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Main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4224528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Teach movement clearly through technique pages and examples.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65760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3822191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4224528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Search, sort, add custom techniques, and track practice progress.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657600"/>
            <a:ext cx="3108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3822191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4224528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Designed to run as a GitHub Pages static website.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What the website is and what problem it solves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This project is a static website that explains Titanfall 2 movement techniques in an organized learning format.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Instead of putting all information on one long page, the website uses separate pages for technique details and the practice checklist.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homepage acts as the main hub. Users can search techniques, sort by difficulty, filter default or custom techniques, and open the add-technique editor.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detail page explains one selected technique at a time, including input, principle, gameplay use, practice steps, and a demo video area.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checklist page helps users track progress and gives a weighted score based on completed techniques and difficulty.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website can be hosted on GitHub Pages because it only uses HTML, CSS, and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The project is divided into five main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Homepage structure, hero section, technique cards, search controls, and add-technique modal.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58191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detail.html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984248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Reusable detail page. JavaScript fills in the selected technique based on the URL parameter.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581912"/>
            <a:ext cx="3072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checklist.html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984248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Separate practice checklist page with completion standards, difficulty labels, sorting, and score display.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0175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3182112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styles.css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58444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Controls layout, colors, cards, modal window, responsive design, checklist table, and visual consistency.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01752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182112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script.js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58444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Contains the technique database and all interactive behavior, including search, sorting, adding, saving, deleting, videos, and scoring.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This separation keeps the project organized: HTML handles structure, CSS handles appearance, and JavaScript handles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Homepage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How users interact with the main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The homepage introduces the purpose of the project with a simple hero section.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Each movement technique appears as a card with a name and difficulty label.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Clicking a card opens detail.html with a technique parameter in the URL, such as detail.html?technique=wallkick.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The search bar filters cards by matching the typed keyword against the technique name.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The sort dropdown can arrange cards by default order, difficulty low-to-high, difficulty high-to-low, or alphabetical order.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The filter dropdown lets the user show all techniques, only default techniques, or only custom 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4848" y="1719072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Example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121408"/>
            <a:ext cx="43525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Search “wall” → Wall Kick card remains visible → click card → detail page opens.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06324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3227832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3630168"/>
            <a:ext cx="43525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It makes the website easier to navigate as more techniques are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57200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4736592"/>
            <a:ext cx="43525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Design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5138928"/>
            <a:ext cx="4352544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The page uses a clean card layout so users can quickly scan available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Detail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One reusable page displays different movement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The detail page is not duplicated for every technique. Instead, one detail.html file is reused.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When the user clicks a technique card, the URL includes a technique ID, such as slidehopping, wallkick, or custom-12345.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script.js reads the URL parameter and decides which data should be displayed.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The page then fills in the title, difficulty, introduction, keys/input, movement principle, gameplay use, practice steps, and demo video.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For default techniques, the video file is loaded using a fixed file name such as wallkick.mp4.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For custom techniques, the uploaded video is loaded from the browser’s IndexedDB storage.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Custom technique detail pages also display a delete button, so deleting custom entries happens inside the detail page rather than on the homepage.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Add Custom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The website includes a simple online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66928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Clicking the + button opens a modal window for adding a new technique.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Only the technique name is required. This makes the form easier to use quickly.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Optional fields include difficulty, introduction, keys/input, movement principle, gameplay use, completion standard, practice steps, and demo video.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After saving, the new technique appears on the homepage as a custom card.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It also appears on the checklist page with its completion standard.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If Batch add is checked, the modal stays open after saving so the user can add multiple techniques quickly.</a:t>
            </a:r>
          </a:p>
          <a:p>
            <a:pPr>
              <a:spcAft>
                <a:spcPts val="700"/>
              </a:spcAft>
              <a:defRPr sz="1550" b="0">
                <a:solidFill>
                  <a:srgbClr val="0F172A"/>
                </a:solidFill>
              </a:defRPr>
            </a:pPr>
            <a:r>
              <a:t>If Batch add is not checked, the modal closes and returns to the technique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645920"/>
            <a:ext cx="4389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22007" y="1810512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Storage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7" y="2212848"/>
            <a:ext cx="39867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Text data is saved in localStorage.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108960"/>
            <a:ext cx="4389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7" y="3273552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Video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3675887"/>
            <a:ext cx="39867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Uploaded videos are saved in IndexedDB because videos are too large for localStorage.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572000"/>
            <a:ext cx="4389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7" y="4736592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GitHub Pages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5138928"/>
            <a:ext cx="39867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Because GitHub Pages is static, the saved custom data is stored in the user’s browser, not written back to the GitHub 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Practice Checklist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The checklist is now a separate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The checklist is located in checklist.html, which makes the homepage cleaner and keeps progress tracking separate from browsing techniques.</a:t>
            </a:r>
          </a:p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Each checklist row includes difficulty, number, technique name, completion standard, and a checkbox.</a:t>
            </a:r>
          </a:p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The technique name is clickable, so users can jump from the checklist to the detail page for review.</a:t>
            </a:r>
          </a:p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Custom techniques are automatically added to the checklist when they are created.</a:t>
            </a:r>
          </a:p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The completion standard is written during custom technique creation and appears only in the checklist, not in the detail page.</a:t>
            </a:r>
          </a:p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The checklist can be sorted by default order, difficulty low-to-high, difficulty high-to-low, alphabetical order, completed first, or incomplete first.</a:t>
            </a:r>
          </a:p>
          <a:p>
            <a:pPr>
              <a:spcAft>
                <a:spcPts val="700"/>
              </a:spcAft>
              <a:defRPr sz="1630" b="0">
                <a:solidFill>
                  <a:srgbClr val="0F172A"/>
                </a:solidFill>
              </a:defRPr>
            </a:pPr>
            <a:r>
              <a:t>This turns the site into both a guide and a practice tracker.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Weighted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The checklist estimates the player’s practice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669280" cy="4754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F172A"/>
                </a:solidFill>
              </a:defRPr>
            </a:pPr>
            <a:r>
              <a:t>The score is not based only on the number of completed items.</a:t>
            </a:r>
          </a:p>
          <a:p>
            <a:pPr>
              <a:spcAft>
                <a:spcPts val="700"/>
              </a:spcAft>
              <a:defRPr sz="1600" b="0">
                <a:solidFill>
                  <a:srgbClr val="0F172A"/>
                </a:solidFill>
              </a:defRPr>
            </a:pPr>
            <a:r>
              <a:t>Each difficulty level has a different weight:</a:t>
            </a:r>
          </a:p>
          <a:p>
            <a:pPr lvl="1">
              <a:spcAft>
                <a:spcPts val="700"/>
              </a:spcAft>
              <a:defRPr sz="1450">
                <a:solidFill>
                  <a:srgbClr val="334155"/>
                </a:solidFill>
              </a:defRPr>
            </a:pPr>
            <a:r>
              <a:t>Beginner = 1 point</a:t>
            </a:r>
          </a:p>
          <a:p>
            <a:pPr lvl="1">
              <a:spcAft>
                <a:spcPts val="700"/>
              </a:spcAft>
              <a:defRPr sz="1450">
                <a:solidFill>
                  <a:srgbClr val="334155"/>
                </a:solidFill>
              </a:defRPr>
            </a:pPr>
            <a:r>
              <a:t>Intermediate = 2 points</a:t>
            </a:r>
          </a:p>
          <a:p>
            <a:pPr lvl="1">
              <a:spcAft>
                <a:spcPts val="700"/>
              </a:spcAft>
              <a:defRPr sz="1450">
                <a:solidFill>
                  <a:srgbClr val="334155"/>
                </a:solidFill>
              </a:defRPr>
            </a:pPr>
            <a:r>
              <a:t>Advanced = 3 points</a:t>
            </a:r>
          </a:p>
          <a:p>
            <a:pPr>
              <a:spcAft>
                <a:spcPts val="700"/>
              </a:spcAft>
              <a:defRPr sz="1600" b="0">
                <a:solidFill>
                  <a:srgbClr val="0F172A"/>
                </a:solidFill>
              </a:defRPr>
            </a:pPr>
            <a:r>
              <a:t>When the user checks off a technique, the score increases by that technique’s weight.</a:t>
            </a:r>
          </a:p>
          <a:p>
            <a:pPr>
              <a:spcAft>
                <a:spcPts val="700"/>
              </a:spcAft>
              <a:defRPr sz="1600" b="0">
                <a:solidFill>
                  <a:srgbClr val="0F172A"/>
                </a:solidFill>
              </a:defRPr>
            </a:pPr>
            <a:r>
              <a:t>The script calculates earned score, total possible score, and completion percentage.</a:t>
            </a:r>
          </a:p>
          <a:p>
            <a:pPr>
              <a:spcAft>
                <a:spcPts val="700"/>
              </a:spcAft>
              <a:defRPr sz="1600" b="0">
                <a:solidFill>
                  <a:srgbClr val="0F172A"/>
                </a:solidFill>
              </a:defRPr>
            </a:pPr>
            <a:r>
              <a:t>Then it assigns a player level such as Beginner Pilot, Intermediate Pilot, Advanced Pilot, or Master 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28800"/>
            <a:ext cx="4389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22007" y="1993392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2007" y="2395728"/>
            <a:ext cx="39867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Completing an Advanced technique adds more score than completing a Beginner technique.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337560"/>
            <a:ext cx="4389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7" y="3502152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3904487"/>
            <a:ext cx="39867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Harder techniques should contribute more to the overall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4846320"/>
            <a:ext cx="4389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7" y="5010912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5413248"/>
            <a:ext cx="39867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The checklist becomes more meaningful than a simple to-do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JavaScript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Main functions in script.js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movementData stores all default technique information.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loadTechniqueDetail() reads the URL parameter and loads the matching default technique.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loadCustomTechniqueDetail() loads user-created techniques from localStorage and videos from IndexedDB.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setupTechniqueForm() handles the add-technique form and saves new custom techniques.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renderCustomTechniqueCards() displays saved custom techniques on the homepage.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renderCustomChecklistItems() displays saved custom techniques on the checklist page.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updateTechniqueDisplay() handles homepage search, sort, and filter controls.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updateProgress() calculates completed checklist items, weighted score, percentage, and player level.</a:t>
            </a:r>
          </a:p>
          <a:p>
            <a:pPr>
              <a:spcAft>
                <a:spcPts val="700"/>
              </a:spcAft>
              <a:defRPr sz="1520" b="0">
                <a:solidFill>
                  <a:srgbClr val="0F172A"/>
                </a:solidFill>
              </a:defRPr>
            </a:pPr>
            <a:r>
              <a:t>sortChecklist() rearranges checklist rows depending on the selected sorting 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Responsive Design and GitHub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How the project works on different devices and online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The website is responsive, meaning the layout changes for smaller screens.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On desktop, cards and checklist rows use multi-column layouts.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On smaller screens, the layout becomes one column so the content remains readable.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The project can be deployed with GitHub Pages because it uses only static files: HTML, CSS, JavaScript, and optional MP4 videos.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The required files are index.html, detail.html, checklist.html, styles.css, script.js, and the video files.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To deploy, upload the files to the repository, go to Settings, open Pages, choose the main branch and root folder, then save.</a:t>
            </a:r>
          </a:p>
          <a:p>
            <a:pPr>
              <a:spcAft>
                <a:spcPts val="700"/>
              </a:spcAft>
              <a:defRPr sz="1650" b="0">
                <a:solidFill>
                  <a:srgbClr val="0F172A"/>
                </a:solidFill>
              </a:defRPr>
            </a:pPr>
            <a:r>
              <a:t>After deployment, GitHub generates a live URL that can be shared and opened in a browser.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Project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Why this project meets the assignment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The website has multiple connected pages instead of being a single static screen.</a:t>
            </a:r>
          </a:p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It uses JavaScript for real interaction: search, sort, filter, add, delete, video loading, checklist progress, and scoring.</a:t>
            </a:r>
          </a:p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The detail page uses dynamic content loading, which shows understanding of reusable page design.</a:t>
            </a:r>
          </a:p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The custom editor demonstrates local data storage and browser-based file handling.</a:t>
            </a:r>
          </a:p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The checklist page adds a clear practice and assessment system.</a:t>
            </a:r>
          </a:p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The design is consistent and readable, with a simple dark game-inspired theme.</a:t>
            </a:r>
          </a:p>
          <a:p>
            <a:pPr>
              <a:spcAft>
                <a:spcPts val="700"/>
              </a:spcAft>
              <a:defRPr sz="1700" b="0">
                <a:solidFill>
                  <a:srgbClr val="0F172A"/>
                </a:solidFill>
              </a:defRPr>
            </a:pPr>
            <a:r>
              <a:t>The project can be deployed on GitHub Pages and used as a real web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Presentation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4155"/>
                </a:solidFill>
              </a:defRPr>
            </a:pPr>
            <a:r>
              <a:t>Short explanation to say at the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My project is a static website about Titanfall 2 movement techniques.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homepage lets users search, sort, filter, and open movement technique cards.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detail page dynamically loads the correct movement information based on the URL.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+ button opens an editor where users can add their own movement techniques and optional demo videos.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Custom information is saved in the browser using localStorage and IndexedDB.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The checklist page tracks practice progress and gives a weighted score based on difficulty.</a:t>
            </a:r>
          </a:p>
          <a:p>
            <a:pPr>
              <a:spcAft>
                <a:spcPts val="700"/>
              </a:spcAft>
              <a:defRPr sz="1800" b="0">
                <a:solidFill>
                  <a:srgbClr val="0F172A"/>
                </a:solidFill>
              </a:defRPr>
            </a:pPr>
            <a:r>
              <a:t>This project shows HTML structure, CSS styling, responsive design, JavaScript interaction, and GitHub Pages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