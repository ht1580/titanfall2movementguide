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Titanfall 2 Movement Lab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" y="19019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63EB"/>
                </a:solidFill>
              </a:rPr>
              <a:t>Website Project Code Explanation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" y="2560320"/>
            <a:ext cx="101498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This presentation explains the main HTML, CSS, and JavaScript code used to build the website: homepage, detail pages, custom add form, video upload, search/sort/filter, and the standalone checklist page.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41148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Main files: index.html • detail.html • checklist.html • styles.css • script.js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Overall File Structure and User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project is a static GitHub Pages site with dynamic behavior stored in the browser.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74066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Home hero section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Search / sort / filter controls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Movement technique cards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Add Technique modal (+ button)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Dynamic placeholders for title, keys, principle, 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Demo video section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Standalone Practice Checklist page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Difficulty + completion standards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Weighted score + player level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movementData database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custom technique storage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modal + form save logic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detail page dynamic loading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checklist scoring / sorting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What this means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site is static, so GitHub Pages can host it easily.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JavaScript makes the site feel dynamic without a backend.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Custom techniques are saved in the current browser using localStorage and IndexedDB.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Each page loads the same script.js file but uses only the functions it needs.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Homepage Layout: Header, Hero, and Navigation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index.html creates the first screen and connects the project pages.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11      &lt;header&gt;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          &lt;nav&gt;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13              &lt;h1&gt;Titanfall 2 Movement Lab&lt;/h1&gt;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              &lt;div class="nav-links"&gt;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15                  &lt;a href="#home"&gt;Home&lt;/a&gt;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                  &lt;a href="#techniques"&gt;Techniques&lt;/a&gt;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17                  &lt;a href="checklist.html"&gt;Checklist&lt;/a&gt;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18              &lt;/div&gt;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          &lt;/nav&gt;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      &lt;/header&gt;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21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22      &lt;main&gt;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23          &lt;section id="home" class="hero"&gt;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              &lt;div class="hero-text"&gt;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                  &lt;h2&gt;Master Pilot Movement&lt;/h2&gt;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26                  &lt;p&gt;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27                      Learn Titanfall 2 movement through clear technique pages.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28                      Click a movement card to open its full explanation, including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29                      inputs, principles, uses, practice steps, and demo videos.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                  &lt;/p&gt;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                  &lt;button onclick="scrollToTechniques()"&gt;Start Training&lt;/button&gt;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32              &lt;/div&gt;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33          &lt;/section&gt;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Explanation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header contains the main navigation links.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Checklist link opens checklist.html as a separate page.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hero section introduces the website topic.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Start Training button calls scrollToTechniques() from script.js.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Search, Sort, Filter, and the + Button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These controls let users find techniques and open the custom add window.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41              &lt;div class="search-panel"&gt;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42                  &lt;div class="search-input-row"&gt;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43                      &lt;input type="text" id="searchInput" placeholder="Search movement te...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44                      &lt;button class="minimal-add-button" onclick="openEditorModal()"&gt;+&lt;/b...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45                  &lt;/div&gt;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46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47                  &lt;select id="sortSelect"&gt;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48                      &lt;option value="default"&gt;Default Order&lt;/option&gt;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49                      &lt;option value="difficulty-low"&gt;Difficulty: Low to High&lt;/option&gt;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                      &lt;option value="difficulty-high"&gt;Difficulty: High to Low&lt;/option&gt;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51                      &lt;option value="alpha"&gt;Alphabetical A-Z&lt;/option&gt;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52                  &lt;/select&gt;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53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54                  &lt;select id="filterSelect"&gt;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55                      &lt;option value="all"&gt;Show All&lt;/option&gt;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56                      &lt;option value="default"&gt;Default Only&lt;/option&gt;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57                      &lt;option value="custom"&gt;Custom Only&lt;/option&gt;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58                  &lt;/select&gt;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59              &lt;/div&gt;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Key ideas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searchInput is used for keyword search.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sortSelect controls default, difficulty, and A-Z sorting.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filterSelect switches between all, default, and custom cards.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+ button calls openEditorModal() to show the add form.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Movement Cards: Links + Metadata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Each default technique card has data attributes used by JavaScript.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61              &lt;div class="card-container" id="techniqueCards"&gt;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62                  &lt;a class="card beginner" href="detail.html?technique=slidehopping" data...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63                      &lt;h3&gt;Slide Hopping&lt;/h3&gt;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64                      &lt;span&gt;Beginner&lt;/span&gt;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65                  &lt;/a&gt;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66  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67                  &lt;a class="card beginner" href="detail.html?technique=wallkick" data-nam...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68                      &lt;h3&gt;Wall Kick&lt;/h3&gt;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69                      &lt;span&gt;Beginner&lt;/span&gt;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70                  &lt;/a&gt;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71  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72                  &lt;a class="card intermediate" href="detail.html?technique=crouchkick" da...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73                      &lt;h3&gt;Crouch Kick&lt;/h3&gt;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74                      &lt;span&gt;Intermediate&lt;/span&gt;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75                  &lt;/a&gt;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76  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77                  &lt;a class="card beginner" href="detail.html?technique=tapstrafe" data-na...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78                      &lt;h3&gt;Tap Strafe&lt;/h3&gt;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79                      &lt;span&gt;Beginner&lt;/span&gt;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                  &lt;/a&gt;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81  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82                  &lt;a class="card advanced" href="detail.html?technique=rasstrafe" data-na...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83                      &lt;h3&gt;Ras Strafe&lt;/h3&gt;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84                      &lt;span&gt;Advanced&lt;/span&gt;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85                  &lt;/a&gt;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86  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87                  &lt;a class="card advanced" href="detail.html?technique=lurchstrafe" data-...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88                      &lt;h3&gt;Lurch Strafe&lt;/h3&gt;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89                      &lt;span&gt;Advanced&lt;/span&gt;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90                  &lt;/a&gt;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Why metadata matters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href opens detail.html with a technique parameter.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data-name supports keyword search and A-Z sorting.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data-difficulty supports difficulty sorting.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data-source marks cards as default so filtering works.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Add Technique Modal: User Input 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modal lets users create new movement techniques without editing code.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95      &lt;div id="editorModal" class="editor-modal"&gt;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96          &lt;div class="editor-modal-content"&gt;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97              &lt;span class="editor-close" onclick="closeEditorModal()"&gt;&amp;times;&lt;/span&gt;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98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99              &lt;section id="editor" class="editor-section"&gt;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                 &lt;h2 class="section-title"&gt;Add a New Technique&lt;/h2&gt;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                 &lt;p class="section-intro"&gt;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                     Only the technique name is required. Other fields can be filled later.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                 &lt;/p&gt;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                 &lt;form id="techniqueForm" class="editor-form"&gt;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                      &lt;input type="text" id="newTitle" placeholder="Technique name" requi...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                      &lt;select id="newDifficulty"&gt;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                          &lt;option value=""&gt;Choose difficulty&lt;/option&gt;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                         &lt;option value="Beginner"&gt;Beginner&lt;/option&gt;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                          &lt;option value="Intermediate"&gt;Intermediate&lt;/option&gt;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                         &lt;option value="Advanced"&gt;Advanced&lt;/option&gt;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                      &lt;/select&gt;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                      &lt;textarea id="newIntro" placeholder="Short introduction"&gt;&lt;/textarea&gt;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                      &lt;textarea id="newKeys" placeholder="Keys / Input"&gt;&lt;/textarea&gt;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                      &lt;textarea id="newPrinciple" placeholder="Movement principle"&gt;&lt;/text...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                     &lt;textarea id="newUse" placeholder="Gameplay use"&gt;&lt;/textarea&gt;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                      &lt;textarea id="newStandard" placeholder="Completion standard for che...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                     &lt;textarea id="newPractice" placeholder="Practice steps, one step pe...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                      &lt;label class="file-label"&gt;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                         Upload demo video: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                          &lt;input type="file" id="newVideo" accept="video/mp4,video/webm,v...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                      &lt;/label&gt;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                      &lt;label class="batch-label"&gt;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                         &lt;input type="checkbox" id="batchMode"&gt;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                          Batch add: keep this window open after saving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                     &lt;/label&gt;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131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                      &lt;button type="submit"&gt;Save Technique&lt;/button&gt;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133                  &lt;/form&gt;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                  &lt;p id="saveMessage"&gt;&lt;/p&gt;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              &lt;/section&gt;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Form behavior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Only the technique name is required.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Difficulty defaults to Beginner if left blank.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Completion standard is saved for the checklist only.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uploaded video is saved locally in the browser.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Batch add keeps the modal open after saving.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Detail Page: Dynamic Placeholders + Video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detail.html is reused for both default and custom techniques.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22      &lt;main&gt;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23          &lt;section class="detail-hero"&gt;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              &lt;p class="tag" id="detailDifficulty"&gt;Movement Guide&lt;/p&gt;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              &lt;h2 id="detailTitle"&gt;Movement Technique&lt;/h2&gt;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26              &lt;p id="detailIntro"&gt;&lt;/p&gt;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27          &lt;/section&gt;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28  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29          &lt;section class="detail-grid"&gt;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              &lt;div class="detail-box"&gt;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                  &lt;h3&gt;Keys / Input&lt;/h3&gt;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32                  &lt;p id="detailKeys"&gt;&lt;/p&gt;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33              &lt;/div&gt;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34  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35              &lt;div class="detail-box"&gt;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36                  &lt;h3&gt;Movement Principle&lt;/h3&gt;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37                  &lt;p id="detailPrinciple"&gt;&lt;/p&gt;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38              &lt;/div&gt;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39  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40              &lt;div class="detail-box"&gt;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41                  &lt;h3&gt;Gameplay Use&lt;/h3&gt;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42                  &lt;p id="detailUse"&gt;&lt;/p&gt;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43              &lt;/div&gt;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44  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45              &lt;div class="detail-box"&gt;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46                  &lt;h3&gt;Practice Steps&lt;/h3&gt;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47                  &lt;ul id="detailPractice"&gt;&lt;/ul&gt;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48              &lt;/div&gt;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49          &lt;/section&gt;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  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51          &lt;section class="video-section"&gt;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52              &lt;h2 class="section-title"&gt;Demo Video&lt;/h2&gt;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53  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54              &lt;div class="video-box"&gt;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55                  &lt;video id="movementVideo" class="movement-video" controls muted loop&gt;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56                      &lt;source id="videoSource" src="" type="video/mp4"&gt;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57                      Your browser does not support the video tag.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58                  &lt;/video&gt;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59              &lt;/div&gt;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60          &lt;/section&gt;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61  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How it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page does not hard-code each technique.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IDs like detailTitle and detailKeys are filled by script.js.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video source is also changed dynamically.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Custom techniques can show a Delete button on this page.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Checklist Page: Standalone Practice Tracker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checklist.html is now its own page, not a section inside the homepage.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22      &lt;main&gt;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23          &lt;section id="practice" class="practice"&gt;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              &lt;h2 class="section-title"&gt;Practice Checklist&lt;/h2&gt;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              &lt;p class="section-intro"&gt;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26                  Click a technique name to review its guide, then check it off when you ...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27              &lt;/p&gt;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28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29              &lt;div class="checklist-controls"&gt;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                  &lt;label for="checklistSort"&gt;Sort checklist:&lt;/label&gt;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                  &lt;select id="checklistSort"&gt;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32                      &lt;option value="default"&gt;Default Order&lt;/option&gt;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33                      &lt;option value="difficulty-low"&gt;Difficulty: Low to High&lt;/option&gt;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34                      &lt;option value="difficulty-high"&gt;Difficulty: High to Low&lt;/option&gt;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35                      &lt;option value="alpha"&gt;Alphabetical A-Z&lt;/option&gt;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36                      &lt;option value="completed"&gt;Completed First&lt;/option&gt;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37                      &lt;option value="incomplete"&gt;Incomplete First&lt;/option&gt;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38                  &lt;/select&gt;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39              &lt;/div&gt;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40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41              &lt;div class="checklist-header"&gt;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42                  &lt;span&gt;Difficulty&lt;/span&gt;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43                  &lt;span&gt;#&lt;/span&gt;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44                  &lt;span&gt;Technique&lt;/span&gt;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45                  &lt;span&gt;Completion Standard&lt;/span&gt;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46                  &lt;span&gt;Done&lt;/span&gt;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47              &lt;/div&gt;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48  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49              &lt;div class="practice-list" id="practiceChecklist"&gt;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Checklist layout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Each row begins with a difficulty label.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technique name links to detail.html.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Completion Standard explains what counts as done.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final checkbox is used to calculate progress and score.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CSS: Plain Layout, Cards, Modal, and Checklist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styles.css controls the clean visual design and responsive layout.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 .section-intro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     max-width: 700px;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      margin: 0 auto;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     text-align: center;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      color: #c7d6e6;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      line-height: 1.6;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 .search-panel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      max-width: 900px;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     margin: 25px auto 0;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      padding: 0 40px;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      display: grid;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      grid-template-columns: 2fr 1fr 1fr;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      gap: 12px;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  .search-input-row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     display: flex;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      gap: 10px;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      align-items: center;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  .search-input-row input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      flex: 1;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  .search-panel input,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 .search-panel select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131      width: 100%;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      padding: 14px 18px;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133      border-radius: 12px;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      border: 1px solid #25496b;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      background-color: #101d33;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      color: white;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     font-size: 16px;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      outline: none;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139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  .minimal-add-button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      width: 46px;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      height: 46px;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      min-width: 46px;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      padding: 0;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146      border-radius: 12px;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147      background-color: transparent;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148      color: #4fc3ff;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      border: 1px solid #25496b;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     font-size: 28px;</a:t>
            </a:r>
            <a:endParaRPr lang="en-US" sz="660" dirty="0"/>
          </a:p>
          <a:p>
            <a:pPr indent="0" marL="0">
              <a:buNone/>
            </a:pP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327  .editor-form textarea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328      padding: 12px;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329      border-radius: 8px;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330      border: 1px solid #25496b;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331      background-color: #08111f;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332      color: white;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333      font-size: 15px;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334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335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336  .editor-form textarea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337      min-height: 90px;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338      resize: vertical;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339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340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  .batch-label,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342  .file-label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343      color: #c7d6e6;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344      display: flex;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345      align-items: center;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346      gap: 8px;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347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348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349  #saveMessage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350      text-align: center;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351      color: #4fc3ff;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352      font-weight: bold;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353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354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355  .practice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356      padding: 40px 0;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357  }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358  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359  .checklist-controls {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      max-width: 1050px;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361      margin: 25px auto 0;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362      padding: 0 40px;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363      display: flex;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364      justify-content: flex-end;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365      align-items: center;</a:t>
            </a:r>
            <a:endParaRPr lang="en-US" sz="66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Styling purpose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Search controls are arranged in a clean grid.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+ button is minimal and placed next to the search bar.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editor modal overlays the page without leaving the homepage.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checklist is formatted like a clear table.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JavaScript Data Model: movementData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Default techniques are stored in one object, which makes the detail page reusable.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const movementData =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    slidehopping: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         title: "Slide Hopping",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          difficulty: "Beginner",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          intro: "Slide hopping is a core Titanfall 2 movement technique used to preserve...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          keys: "Sprint forward, crouch into a slide before landing, then jump as soon as...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          principle: "Sliding reduces ground speed loss, and jumping quickly carries forw...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          use: "Use slide hopping to rotate faster, cross open space, and keep speed afte...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          video: "slidehopping.mp4",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          practice: [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11              "Start with a sprint and a normal slide.",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              "Jump as soon as the slide touches the ground.",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13              "Press crouch again before the next landing.",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              "Repeat the timing slowly before trying to go faster.",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15              "Focus on rhythm instead of spamming inputs."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          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17      },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18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      wallkick: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          title: "Wall Kick",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21          difficulty: "Beginner",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22          intro: "Wall kick is a quick wall-contact jump that sends the pilot away from t...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23          keys: "Approach a wall at speed, touch the wall briefly, then press jump almost...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          principle: "The first moment of wall contact can redirect momentum. A fast jump...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25          use: "Use wall kicks to start routes quickly, redirect off walls, and keep move...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26          video: "wallkick.mp4",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27          practice: [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28              "Approach a flat wall at a shallow angle.",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29              "Touch the wall only briefly.",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              "Jump immediately after contact.",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31              "Aim away from the wall to continue the route.",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32              "Practice clean timing before trying maximum speed."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33          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34      },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Why this is important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Each key matches a URL parameter, such as slidehopping.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title, difficulty, intro, keys, principle, use, video, and practice are all stored together.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detail page can load any technique using the same template.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This reduces repeated HTML and makes updates easier.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Saving Custom Techniques and Videos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Custom text is saved with localStorage; uploaded video files are saved with IndexedDB.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 function getCustomTechniques()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      const saved = localStorage.getItem("customTechniques");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      return saved ? JSON.parse(saved) : [];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  }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  function saveCustomTechniques(techniques)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     localStorage.setItem("customTechniques", JSON.stringify(techniques));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  }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121  function openVideoDatabase()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      return new Promise(function(resolve, reject)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         const request = indexedDB.open("movementVideoDatabase", 1);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          request.onupgradeneeded = function(event)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              const db = event.target.result;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             if (!db.objectStoreNames.contains("videos"))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129                  db.createObjectStore("videos");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             }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131          };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133          request.onsuccess = function(event)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              resolve(event.target.result);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          };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         request.onerror = function()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              reject(request.error);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139          };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      });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  }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143  async function saveVideoFile(videoId, file)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      if (!file)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145          return;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146      }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147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148      const db = await openVideoDatabase();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     return new Promise(function(resolve, reject)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          const transaction = db.transaction("videos", "readwrite");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          const store = transaction.objectStore("videos");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153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          store.put(file, videoId);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155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          transaction.oncomplete = function()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157              resolve();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158          };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159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          transaction.onerror = function()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161              reject(transaction.error);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          };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163      });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  }</a:t>
            </a:r>
            <a:endParaRPr lang="en-US" sz="650" dirty="0"/>
          </a:p>
          <a:p>
            <a:pPr indent="0" marL="0">
              <a:buNone/>
            </a:pP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166  async function loadVideoFile(videoId)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167      const db = await openVideoDatabase();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169      return new Promise(function(resolve, reject)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          const transaction = db.transaction("videos", "readonly");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171          const store = transaction.objectStore("videos");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          const request = store.get(videoId);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173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174          request.onsuccess = function()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              resolve(request.result);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          };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177  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178          request.onerror = function() {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179              reject(request.error);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         };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181      });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182  }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Browser storage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localStorage stores the custom technique information as JSON.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IndexedDB stores larger video files that localStorage cannot hold well.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This works on GitHub Pages because it does not require a server.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saved content stays on the same browser and computer.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Rendering Custom Technique Cards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After saving, JavaScript creates a new card and inserts it into the homepage.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206  function renderCustomTechniqueCards()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207      const container = document.getElementById("techniqueCards");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      if (!container)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          return;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    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213      document.querySelectorAll(".custom-card-wrapper").forEach(function(item)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214          item.remove();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215      });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216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      getCustomTechniques().forEach(function(technique)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218          const wrapper = document.createElement("div");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219          wrapper.className = "custom-card-wrapper";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221          const card = document.createElement("a");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222          card.className = "card " + technique.difficulty.toLowerCase();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223          card.href = "detail.html?technique=" + technique.id;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          card.dataset.name = technique.title;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225          card.dataset.difficulty = technique.difficulty.toLowerCase();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226          card.dataset.source = "custom";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227          card.dataset.order = "999";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228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229          card.innerHTML =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              "&lt;h3&gt;" + technique.title + "&lt;/h3&gt;" +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231              "&lt;span&gt;" + technique.difficulty + "&lt;/span&gt;" +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232              "&lt;span class='custom-tag'&gt;Custom&lt;/span&gt;";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233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          wrapper.appendChild(card);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235          container.appendChild(wrapper);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236      });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237  }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238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239  function updateTechniqueDisplay() 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      const searchInput = document.getElementById("searchInput");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Code explanation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function first finds the techniqueCards container.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It removes old custom cards to avoid duplicates.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For each saved custom technique, it creates an anchor card.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card has the same data attributes as default cards, so search and sort still work.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Search, Sort, and Filter Logic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updateTechniqueDisplay() is the main function behind the homepage controls.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242      const filterSelect = document.getElementById("filterSelect");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243      const container = document.getElementById("techniqueCards");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244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245      if (!searchInput || !sortSelect || !filterSelect || !container)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246          return;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247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248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249      const searchText = searchInput.value.toLowerCase();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      const sortMode = sortSelect.value;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      const filterMode = filterSelect.value;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      const items = Array.from(container.children);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253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254      items.forEach(function(item)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          const card = item.classList.contains("card") ? item : item.querySelector(".card");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257          if (!card)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258              item.style.display = "none";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259              return;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    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261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          const name = (card.dataset.name || card.textContent).toLowerCase();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263          const source = card.dataset.source || "default";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264          const matchesSearch = name.includes(searchText);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265          const matchesFilter = filterMode === "all" || filterMode === source;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266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267          item.style.display = matchesSearch &amp;&amp; matchesFilter ? "" : "none";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268      });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269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      items.sort(function(a, b)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271          const cardA = a.classList.contains("card") ? a : a.querySelector(".card");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272          const cardB = b.classList.contains("card") ? b : b.querySelector(".card");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273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274          if (!cardA || !cardB)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275              return 0;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276    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277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278          const nameA = cardA.dataset.name || "";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279          const nameB = cardB.dataset.name || "";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          const diffA = getDifficultyValue(cardA.dataset.difficulty);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281          const diffB = getDifficultyValue(cardB.dataset.difficulty);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282          const orderA = Number(cardA.dataset.order || 0);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283          const orderB = Number(cardB.dataset.order || 0);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284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285          if (sortMode === "difficulty-low")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286              return diffA - diffB || nameA.localeCompare(nameB);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287    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288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289          if (sortMode === "difficulty-high")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290              return diffB - diffA || nameA.localeCompare(nameB);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291    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292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293          if (sortMode === "alpha")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294              return nameA.localeCompare(nameB);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295    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296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297          return orderA - orderB;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298      });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299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     items.forEach(function(item)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301          container.appendChild(item);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302      });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303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304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305  function setupControls()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306      const searchInput = document.getElementById("searchInput");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307      const sortSelect = document.getElementById("sortSelect");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308      const filterSelect = document.getElementById("filterSelect");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309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310      if (!searchInput || !sortSelect || !filterSelect)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311          return;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312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313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314      searchInput.addEventListener("input", updateTechniqueDisplay);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315      sortSelect.addEventListener("change", updateTechniqueDisplay);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316      filterSelect.addEventListener("change", updateTechniqueDisplay);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What it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Reads the search text, sort mode, and filter mode.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Shows or hides cards based on the keyword and source.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Sorts by difficulty or alphabetically when selected.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Appends sorted items back into the card container.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Add Form Submit Logic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setupTechniqueForm() turns user input into a saved custom technique.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366          const keys = document.getElementById("newKeys").value.trim() || "No input infor...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367          const principle = document.getElementById("newPrinciple").value.trim() || "No m...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368          const use = document.getElementById("newUse").value.trim() || "No gameplay use ...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369          const standard = document.getElementById("newStandard").value.trim() || "Comple...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370          const practiceText = document.getElementById("newPractice").value.trim();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371          const videoFile = document.getElementById("newVideo").files[0];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372          const batchMode = document.getElementById("batchMode").checked;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373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374          const id = "custom-" + Date.now();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375          const videoId = id + "-video";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376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377          const newTechnique = {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378              id: id,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379              title: title,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380              difficulty: difficulty,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381              intro: intro,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382              keys: keys,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383              principle: principle,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              use: use,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385              standard: standard,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386              practice: practiceText ? practiceText.split("\n") : ["No practice steps add...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387              videoId: videoId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388          };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389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390          const customTechniques = getCustomTechniques();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391          customTechniques.push(newTechnique);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392          saveCustomTechniques(customTechniques);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393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394          if (videoFile) {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395              await saveVideoFile(videoId, videoFile);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396          }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397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398          const saveMessage = document.getElementById("saveMessage");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399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         if (saveMessage) {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             saveMessage.textContent = "Saved! Your new technique was added.";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402          }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         form.reset();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405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406          if (batchMode) {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407              document.getElementById("batchMode").checked = true;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408          }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410          renderCustomTechniqueCards();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411          renderCustomChecklistItems();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412          updateTechniqueDisplay();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413          updateProgress();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414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415          if (!batchMode) {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416              closeEditorModal();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417              window.location.href = "index.html#techniques";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418          }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419      });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420  }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421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  function deleteCustomTechnique(id) {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423      const updated = getCustomTechniques().filter(function(technique) {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424          return technique.id !== id;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425      });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426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427      saveCustomTechniques(updated);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428      renderCustomTechniqueCards();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     renderCustomChecklistItems();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430      updateTechniqueDisplay();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431      updateProgress();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432  }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433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434  function loadTechniqueDetail() {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435      const params = new URLSearchParams(window.location.search);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436      const technique = params.get("technique") || "slidehopping";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437      const data = movementData[technique];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438  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439      if (!data) {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440          return false;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441      }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442  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Important details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event.preventDefault() stops the form from reloading the page.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Blank optional fields get default text.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Each new technique receives a unique custom ID.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Video is saved only if the user uploads one.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Batch mode decides whether the modal stays open.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Loading Detail Pages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Default and custom techniques use different loaders but the same HTML placeholders.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459      const video = document.getElementById("movementVideo");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460      const videoSource = document.getElementById("videoSource");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461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462      if (video &amp;&amp; videoSource)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463          videoSource.src = data.video;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464          video.load();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465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466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467      return true;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468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469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470  async function loadCustomTechniqueDetail()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471      const params = new URLSearchParams(window.location.search);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472      const techniqueId = params.get("technique");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473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474      if (!techniqueId || !techniqueId.startsWith("custom-"))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475          return false;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476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477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478      const data = getCustomTechniques().find(function(item)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479          return item.id === techniqueId;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480      });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481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482      if (!data)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483          return false;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484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485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486      document.getElementById("detailTitle").textContent = data.title;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487      document.getElementById("detailDifficulty").textContent = data.difficulty + "...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488      document.getElementById("detailIntro").textContent = data.intro;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489      document.getElementById("detailKeys").textContent = data.keys;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490      document.getElementById("detailPrinciple").textContent = data.principle;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491      document.getElementById("detailUse").textContent = data.use;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492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493      const practiceList = document.getElementById("detailPractice");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494      practiceList.innerHTML = "";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495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496      data.practice.forEach(function(step)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497          const li = document.createElement("li");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498          li.textContent = step;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499          practiceList.appendChild(li);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     });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501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502      const video = document.getElementById("movementVideo");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      const videoSource = document.getElementById("videoSource");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504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505      if (video &amp;&amp; videoSource &amp;&amp; data.videoId)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506          const videoFile = await loadVideoFile(data.videoId);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507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508          if (videoFile)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509              videoSource.src = URL.createObjectURL(videoFile);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510              video.load();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511    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      }</a:t>
            </a:r>
            <a:endParaRPr lang="en-US" sz="630" dirty="0"/>
          </a:p>
          <a:p>
            <a:pPr indent="0" marL="0">
              <a:buNone/>
            </a:pP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734  async function startDetailPage()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735      if (!document.getElementById("detailTitle"))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736          return;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737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738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739      const loadedCustom = await loadCustomTechniqueDetail();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740  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741      if (!loadedCustom) {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742          loadTechniqueDetail();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743      }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744  }</a:t>
            </a:r>
            <a:endParaRPr lang="en-US" sz="63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Page logic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URL parameter decides which technique to show.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Custom techniques are checked first.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If it is not custom, the page loads from movementData.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This allows one detail.html file to support many techniques.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Custom Checklist Rows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Custom techniques are added to the separate checklist page too.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554  function renderCustomChecklistItems() 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555      const checklist = document.getElementById("practiceChecklist");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556 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557      if (!checklist) 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558          return;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559      }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560 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561      document.querySelectorAll(".custom-practice-row").forEach(function(item) 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562          item.remove();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563      });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564 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565      getCustomTechniques().forEach(function(technique) {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566          const row = document.createElement("div");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567          const difficultyClass = technique.difficulty.toLowerCase();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568 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569          row.className = "practice-row custom-practice-row";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570          row.dataset.source = "custom";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571          row.dataset.difficulty = difficultyClass;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572          row.dataset.name = technique.title;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573          row.dataset.order = checklist.children.length + 1;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574 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575          row.innerHTML =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576              "&lt;span class='difficulty-badge " + difficultyClass + "-badge'&gt;" + technique...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577              "&lt;span class='practice-number'&gt;&lt;/span&gt;" +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578              "&lt;a href='detail.html?technique=" + technique.id + "' class='practice-name'...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579              "&lt;span class='practice-standard'&gt;" + (technique.standard || "Complete this ...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580              "&lt;label class='practice-check'&gt;&lt;input type='checkbox'&gt;&lt;button class='delete...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581 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582          row.querySelector(".delete-practice-custom").addEventListener("click", function...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583              event.preventDefault();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584              deleteCustomTechnique(technique.id);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585          });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586 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587          checklist.appendChild(row);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588      });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589  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590      renumberPracticeRows();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591      setupChecklistListeners();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592      setupChecklistSort();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593  }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Checklist integration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Each custom technique becomes a practice-row.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Difficulty, name, completion standard, and checkbox are created in JavaScript.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name links to the custom detail page.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Delete removes the custom item from saved browser data.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Weighted Score and Checklist Sorting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checklist calculates player level using completed items and difficulty weights.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6352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633  function updateProgress()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      const rows = document.querySelectorAll("#practiceChecklist .practice-row");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635      const progressText = document.getElementById("progressText");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636      const scoreText = document.getElementById("scoreText");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637      const levelText = document.getElementById("levelText");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638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639      let completed = 0;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640      let earnedScore = 0;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641      let totalScore = 0;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642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643      rows.forEach(function(row)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644          const weight = getPracticeWeight(row.dataset.difficulty || "beginner");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645          const checkbox = row.querySelector("input[type='checkbox']");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646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647          totalScore += weight;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648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649          if (checkbox &amp;&amp; checkbox.checked)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              completed++;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651              earnedScore += weight;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652    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653      });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654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      const percent = totalScore &gt; 0 ? Math.round((earnedScore / totalScore) * 100)...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656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657      if (progressText)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658          progressText.textContent = "Progress: " + completed + " / " + rows.length...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659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660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661      if (scoreText)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662          scoreText.textContent = "Score: " + earnedScore + " / " + totalScore + " ...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663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664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665      if (levelText)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666          levelText.textContent = getPlayerLevel(percent);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667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668  }</a:t>
            </a:r>
            <a:endParaRPr lang="en-US" sz="610" dirty="0"/>
          </a:p>
          <a:p>
            <a:pPr indent="0" marL="0">
              <a:buNone/>
            </a:pP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680  function sortChecklist()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681      const checklist = document.getElementById("practiceChecklist");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682      const checklistSort = document.getElementById("checklistSort");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683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684      if (!checklist || !checklistSort)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685          return;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686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687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688      const mode = checklistSort.value;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      const rows = Array.from(checklist.querySelectorAll(".practice-row"));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690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691      rows.sort(function(a, b)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692          const nameA = a.dataset.name || "";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693          const nameB = b.dataset.name || "";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694          const diffA = getPracticeWeight(a.dataset.difficulty || "beginner");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695          const diffB = getPracticeWeight(b.dataset.difficulty || "beginner");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696          const orderA = Number(a.dataset.order || 0);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697          const orderB = Number(b.dataset.order || 0);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698          const boxA = a.querySelector("input[type='checkbox']");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699          const boxB = b.querySelector("input[type='checkbox']");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          const checkedA = boxA &amp;&amp; boxA.checked ? 1 : 0;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701          const checkedB = boxB &amp;&amp; boxB.checked ? 1 : 0;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702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703          if (mode === "difficulty-low")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704              return diffA - diffB || nameA.localeCompare(nameB);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705    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706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707          if (mode === "difficulty-high")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708              return diffB - diffA || nameA.localeCompare(nameB);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709    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710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711          if (mode === "alpha")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712              return nameA.localeCompare(nameB);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713    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714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715          if (mode === "completed")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716              return checkedB - checkedA || orderA - orderB;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717    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718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719          if (mode === "incomplete") {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720              return checkedA - checkedB || orderA - orderB;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721          }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722  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723          return orderA - orderB;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724      });</a:t>
            </a:r>
            <a:endParaRPr lang="en-US" sz="61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Scoring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Beginner = 1 point, Intermediate = 2, Advanced = 3.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score percentage determines the player level.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Sorting can order rows by difficulty, A-Z, completed, or incomplete.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The checklist updates whenever a box is checked.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GitHub Pages Deployment and Testing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Final checks before turning in the project.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7406640" cy="50749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 these files to the GitHub repository root: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local videos: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slidehopping.mp4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wallkick.mp4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crouchkick.mp4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tapstrafe.mp4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rasstrafe.mp4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lurchstrafe.mp4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Pages settings: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→ Pages → Deploy from branch → main → /root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6676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Testing checklist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0" y="1554480"/>
            <a:ext cx="3337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Open the live GitHub Pages URL.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Click each default technique card.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Test search, sort, and filter.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Click + and add a custom technique.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Open the custom detail page and delete it.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• Open checklist.html and test scoring/sorting.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Titanfall 2 Movement Lab • code walkthrough • 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Titanfall 2 Movement Lab Presentation</dc:title>
  <dc:subject>Titanfall 2 Movement Lab project explanation</dc:subject>
  <dc:creator>OpenAI</dc:creator>
  <cp:lastModifiedBy>OpenAI</cp:lastModifiedBy>
  <cp:revision>1</cp:revision>
  <dcterms:created xsi:type="dcterms:W3CDTF">2026-05-28T15:41:15Z</dcterms:created>
  <dcterms:modified xsi:type="dcterms:W3CDTF">2026-05-28T15:41:15Z</dcterms:modified>
</cp:coreProperties>
</file>